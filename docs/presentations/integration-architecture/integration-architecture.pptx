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58A6FF"/>
                </a:solidFill>
              </a:defRPr>
            </a:pPr>
            <a:r>
              <a:t>Resilience4J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E6EDF3"/>
                </a:solidFill>
              </a:defRPr>
            </a:pPr>
            <a:r>
              <a:t>Wallace Espindola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79C0FF"/>
                </a:solidFill>
              </a:defRPr>
            </a:pPr>
            <a:r>
              <a:t>2026-02-24 | Resilience4J 2.3, Spring Boot 3.5, Java 21, Fault Tolerance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E6EDF3"/>
                </a:solidFill>
              </a:defRPr>
            </a:pPr>
            <a:r>
              <a:t>1/11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58A6FF"/>
                </a:solidFill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6EDF3"/>
                </a:solidFill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Project overview and 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1188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Six Resilience4J modules covered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CircuitBreaker — trip and recover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51959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Retry, RateLimiter, Bulkhead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1999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TimeLimiter and Cache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E6EDF3"/>
                </a:solidFill>
              </a:defRPr>
            </a:pPr>
            <a:r>
              <a:t>2/11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58A6FF"/>
                </a:solidFill>
              </a:defRPr>
            </a:pPr>
            <a:r>
              <a:t>Tech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6EDF3"/>
                </a:solidFill>
              </a:defRPr>
            </a:pPr>
            <a:r>
              <a:t>Built on the latest stable releases: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Java 21 (LTS)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1188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Spring Boot 3.5.3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Resilience4J 2.3.0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51959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Spring Data JPA + H2 (in-memory)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1999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Caffeine JCache (R4J Cache backing store)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E6EDF3"/>
                </a:solidFill>
              </a:defRPr>
            </a:pPr>
            <a:r>
              <a:t>3/11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58A6FF"/>
                </a:solidFill>
              </a:defRPr>
            </a:pPr>
            <a:r>
              <a:t>Six Fault-Tolerance Modules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6EDF3"/>
                </a:solidFill>
              </a:defRPr>
            </a:pPr>
            <a:r>
              <a:t>One demo project, all six R4J patterns: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CircuitBreaker — stop calling a failing downstream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1188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Retry — re-attempt transient failures automatically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RateLimiter — cap calls at 5 per second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51959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Bulkhead — limit concurrency to 5 parallel calls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1999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TimeLimiter — timeout async calls at 1.5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E6EDF3"/>
                </a:solidFill>
              </a:defRPr>
            </a:pPr>
            <a:r>
              <a:t>4/11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58A6FF"/>
                </a:solidFill>
              </a:defRPr>
            </a:pPr>
            <a:r>
              <a:t>CircuitBreaker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6EDF3"/>
                </a:solidFill>
              </a:defRPr>
            </a:pPr>
            <a:r>
              <a:t>Configured with sliding window of 10 calls: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failureRateThreshold = 50%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1188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slidingWindowSize = 10 calls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waitDurationInOpenState = 10 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51959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States: CLOSED -&gt; OPEN -&gt; HALF_OPEN -&gt; CLOSED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1999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Forced-open and reset endpoints for demo control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E6EDF3"/>
                </a:solidFill>
              </a:defRPr>
            </a:pPr>
            <a:r>
              <a:t>5/11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58A6FF"/>
                </a:solidFill>
              </a:defRPr>
            </a:pPr>
            <a:r>
              <a:t>Retry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6EDF3"/>
                </a:solidFill>
              </a:defRPr>
            </a:pPr>
            <a:r>
              <a:t>Handles transient errors with exponential backoff: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maxAttempts =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1188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waitDuration = 300 ms base, exponential x2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attemptNumber in response shows whether retry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51959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Exhaust all 3 attempts to trigger fallback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1999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Enable Flaky 50% fault to observe retries in 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E6EDF3"/>
                </a:solidFill>
              </a:defRPr>
            </a:pPr>
            <a:r>
              <a:t>6/11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58A6FF"/>
                </a:solidFill>
              </a:defRPr>
            </a:pPr>
            <a:r>
              <a:t>RateLimiter and Bulkhead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6EDF3"/>
                </a:solidFill>
              </a:defRPr>
            </a:pPr>
            <a:r>
              <a:t>Traffic shaping and concurrency control: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RateLimiter: 5 calls/s, 200 ms wait timeout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1188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Spam 20 -&gt; first 5 succeed, next 15 rejected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Bucket refills every second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51959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Bulkhead: maxConcurrentCalls =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1999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Spam 10 concurrent + Slow 2s -&gt; 5 through, 5 rejected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E6EDF3"/>
                </a:solidFill>
              </a:defRPr>
            </a:pPr>
            <a:r>
              <a:t>7/11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58A6FF"/>
                </a:solidFill>
              </a:defRPr>
            </a:pPr>
            <a:r>
              <a:t>TimeLimiter and Cache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6EDF3"/>
                </a:solidFill>
              </a:defRPr>
            </a:pPr>
            <a:r>
              <a:t>Async timeout and resilient caching: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TimeLimiter: 1500 ms timeout on async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1188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Force Timeout injects a 3 s delay -&gt; timeout fires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Cache: TTL = 30 s (Caffeine)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51959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First call: misses=1, hits=0 (downstream called)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1999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Second call: misses=1, hits=1 (from cache)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E6EDF3"/>
                </a:solidFill>
              </a:defRPr>
            </a:pPr>
            <a:r>
              <a:t>8/11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58A6FF"/>
                </a:solidFill>
              </a:defRPr>
            </a:pPr>
            <a:r>
              <a:t>Fault Injection Panel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6EDF3"/>
                </a:solidFill>
              </a:defRPr>
            </a:pPr>
            <a:r>
              <a:t>Control downstream behaviour without restarting: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Reset — all calls succeed normally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1188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Flaky 50% — 50% random error rate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Slow 2s — fixed 2-second delay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51959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Force Timeout — 3-second delay (exceeds 1.5 s limit)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1999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Force HTTP 500 — every call returns 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E6EDF3"/>
                </a:solidFill>
              </a:defRPr>
            </a:pPr>
            <a:r>
              <a:t>9/11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58A6FF"/>
                </a:solidFill>
              </a:defRPr>
            </a:pPr>
            <a:r>
              <a:t>How to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6EDF3"/>
                </a:solidFill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git clone https://github.com/wallaceespindola/resilience4j-demo.git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1188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cd resilience4j-demo &amp;&amp; ./mvnw spring-boot:run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Open http://localhost:8080 for the test console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51959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Open http://localhost:8080/dashboard.html for live charts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1999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DF3"/>
                </a:solidFill>
              </a:defRPr>
            </a:pPr>
            <a:r>
              <a:t>• ./mvnw verify — 102 tests, JaCoCo &gt;= 80%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E6EDF3"/>
                </a:solidFill>
              </a:defRPr>
            </a:pPr>
            <a:r>
              <a:t>10/11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58A6FF"/>
                </a:solidFill>
              </a:defRPr>
            </a:pPr>
            <a: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6EDF3"/>
                </a:solidFill>
              </a:defRPr>
            </a:pPr>
            <a:r>
              <a:t>✓ Six R4J modules in one project with a shared bulk-transfer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6EDF3"/>
                </a:solidFill>
              </a:defRPr>
            </a:pPr>
            <a:r>
              <a:t>✓ Fault injection at runtime — no restarts needed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6EDF3"/>
                </a:solidFill>
              </a:defRPr>
            </a:pPr>
            <a:r>
              <a:t>✓ Live dashboard with Chart.js polls every 2 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6EDF3"/>
                </a:solidFill>
              </a:defRPr>
            </a:pPr>
            <a:r>
              <a:t>✓ 102 tests, ~85% instruction coverage enforced by JaCoCo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6616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6EDF3"/>
                </a:solidFill>
              </a:defRPr>
            </a:pPr>
            <a:r>
              <a:t>✓ Resilience4J 2.3.0 + Spring Boot 3.5.3 + Java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1148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79C0FF"/>
                </a:solidFill>
              </a:defRPr>
            </a:pPr>
            <a:r>
              <a:t>Wallace Espindola | github.com/wallaceespindola | linkedin.com/in/wallaceespindola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E6EDF3"/>
                </a:solidFill>
              </a:defRPr>
            </a:pPr>
            <a:r>
              <a:t>11/11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Resilience4J Demo</dc:title>
  <dc:subject>Resilience4J 2.3 + Spring Boot 3.5 fault-tolerance patterns</dc:subject>
  <dc:creator>Wallace Espindola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